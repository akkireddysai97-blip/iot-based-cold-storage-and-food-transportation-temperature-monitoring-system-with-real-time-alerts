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  <p:italic r:id="rId16"/>
    </p:embeddedFont>
    <p:embeddedFont>
      <p:font typeface="Roboto Bold" panose="02000000000000000000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8E8C7B-5EBE-4502-8C74-D32A8C71C2E4}" v="6" dt="2026-10-02T16:18:39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6:18:45.290" v="13" actId="20577"/>
      <pc:docMkLst>
        <pc:docMk/>
      </pc:docMkLst>
      <pc:sldChg chg="addSp modSp mod">
        <pc:chgData name="LOKESH VARMA" userId="5a6544d979890337" providerId="LiveId" clId="{18709C81-8BFC-496B-85F4-F173543D6FD6}" dt="2026-10-02T16:18:45.290" v="13" actId="20577"/>
        <pc:sldMkLst>
          <pc:docMk/>
          <pc:sldMk cId="0" sldId="256"/>
        </pc:sldMkLst>
        <pc:spChg chg="add mod">
          <ac:chgData name="LOKESH VARMA" userId="5a6544d979890337" providerId="LiveId" clId="{18709C81-8BFC-496B-85F4-F173543D6FD6}" dt="2026-10-02T16:18:45.290" v="13" actId="20577"/>
          <ac:spMkLst>
            <pc:docMk/>
            <pc:sldMk cId="0" sldId="256"/>
            <ac:spMk id="6" creationId="{4BDCD210-339E-5D03-74FF-9133ACB9E0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046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580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Cold Storage and Food Transportation Temperature Monitoring System with Real-Time Alerts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44252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IoT-based system for continuously monitoring environmental conditions during cold storage and food transportation — maintaining correct temperature conditions to preserve food quality, prevent spoilage, and deliver real-time alerts when abnormal conditions arise.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CD210-339E-5D03-74FF-9133ACB9E0DF}"/>
              </a:ext>
            </a:extLst>
          </p:cNvPr>
          <p:cNvSpPr txBox="1"/>
          <p:nvPr/>
        </p:nvSpPr>
        <p:spPr>
          <a:xfrm>
            <a:off x="9516376" y="6169999"/>
            <a:ext cx="2675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b="1"/>
              <a:t>ALAMANDA AJAY KUMAR</a:t>
            </a:r>
            <a:br>
              <a:rPr lang="en-IN" b="1"/>
            </a:br>
            <a:r>
              <a:rPr lang="en-IN" b="1"/>
              <a:t>323129520024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7964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323380"/>
            <a:ext cx="6296860" cy="15584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02832" y="1516658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Temperature Requirements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5502832" y="1885156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Maintaining the correct temperature during cold storage and food transportation is critical for preserving food quality and preventing spoilage.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42444"/>
            <a:ext cx="6296860" cy="15584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02832" y="3235722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of Traditional Methods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502832" y="3604220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monitoring depends on manual inspections and periodic measurements, making it difficult to detect temperature fluctuations immediately.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61508"/>
            <a:ext cx="6296860" cy="15584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02832" y="4954786"/>
            <a:ext cx="583411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Intelligent Systems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5502832" y="5323284"/>
            <a:ext cx="583411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Food storage facilities and logistics providers require intelligent systems that continuously monitor environmental conditions and provide immediate alerts when abnormal temperatures occur.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24497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IoT-Based Temperature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808784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proposed system deploys IoT sensors to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monitor temperature conditions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cold storage and food transportation environments.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583682"/>
            <a:ext cx="6903269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data is collected and monitored through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centralized, secure, and user-friendly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alerts are triggered automatically when temperature conditions exceed predefined safe limits.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enables responsible personnel to take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spoilage occurs.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019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61475" y="1584920"/>
            <a:ext cx="53456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879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886" y="1925340"/>
            <a:ext cx="247148" cy="247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500908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0879" y="2893318"/>
            <a:ext cx="49668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monitor temperature and environmental conditions during cold storage and transportation in real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84448" y="1584920"/>
            <a:ext cx="5345773" cy="2363093"/>
          </a:xfrm>
          <a:prstGeom prst="roundRect">
            <a:avLst>
              <a:gd name="adj" fmla="val 325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73851" y="1774329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4859" y="1925340"/>
            <a:ext cx="247148" cy="2471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3851" y="2500908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73851" y="2893318"/>
            <a:ext cx="4966965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abnormal temperature fluctuations and provide automated alerts when readings exceed predefined safe limits.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1475" y="4125317"/>
            <a:ext cx="53456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0879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886" y="4465737"/>
            <a:ext cx="247148" cy="2471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879" y="5041305"/>
            <a:ext cx="496686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Records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50879" y="5433715"/>
            <a:ext cx="4966866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historical environmental records to support analysis, compliance, and effective cold chain management.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184448" y="4125317"/>
            <a:ext cx="5345773" cy="2074664"/>
          </a:xfrm>
          <a:prstGeom prst="roundRect">
            <a:avLst>
              <a:gd name="adj" fmla="val 37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73851" y="4314726"/>
            <a:ext cx="549261" cy="54927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4859" y="4465737"/>
            <a:ext cx="247148" cy="2471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3851" y="5041305"/>
            <a:ext cx="49669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Safety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373851" y="5433715"/>
            <a:ext cx="49669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food safety, minimize product spoilage, and improve monitoring efficiency compared with manual inspections.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Sensors and System Components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185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integrates the following major components to collect, transmit, monitor, and analyze environmental conditions: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33551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87391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296073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Temperature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continuous measurement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humidity sensors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environmental monitoring.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33551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 communication modules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transmit sensor data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 connectivity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centralized access.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33551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296073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monitoring platform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real-time monitoring system and automated notification mechanism.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33551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887391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296073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interactive dashboard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live readings, trends, alerts, and equipment status at a glance.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Readings Collected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91869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Measurement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Sensors Installed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end-to-end workflow ensures that every temperature reading is captured, evaluated against safe limits, and acted upon — with all data retained for historical analysis and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Monitoring Dashboard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30822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Dashboard Provides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1510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Live temperature readings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environmental condition information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Historical temperature trends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pattern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Alert history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real-time abnormal-condition notifications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Equipment status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recorded environmental data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235648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52239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452938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enables responsible personnel to monitor conditions continuously, identify problems quickly, and take corrective actions without delay.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968" y="489248"/>
            <a:ext cx="4409469" cy="58795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5306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Alerts, Safety, and Benefits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Alert Mechanism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1812528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2069505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2188766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safe temperature limits for monitored environments.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293320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190180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661475" y="3309441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compare sensor readings with predefined limits.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4053880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310856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430117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conditions outside the safe range automatically.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1475" y="5174555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5431532"/>
            <a:ext cx="295029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5550793"/>
            <a:ext cx="295029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responsible personnel and enable timely corrective action.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014389" y="1401763"/>
            <a:ext cx="295029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Major Benefits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014389" y="1795066"/>
            <a:ext cx="2950295" cy="3192066"/>
          </a:xfrm>
          <a:prstGeom prst="rect">
            <a:avLst/>
          </a:prstGeom>
          <a:noFill/>
          <a:ln/>
        </p:spPr>
        <p:txBody>
          <a:bodyPr wrap="square" lIns="0" tIns="64975" rIns="0" bIns="0" rtlCol="0" anchor="t">
            <a:normAutofit/>
          </a:bodyPr>
          <a:lstStyle/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food safety and reduces product spoilage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continuous environmental monitoring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dependence on manual inspections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faster response to abnormal conditions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historical environmental records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cold chain management</a:t>
            </a:r>
            <a:endParaRPr lang="en-US" sz="1250" dirty="0"/>
          </a:p>
          <a:p>
            <a:pPr marL="254000" indent="-254000" algn="l">
              <a:lnSpc>
                <a:spcPct val="124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regulatory compliance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178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System Applies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97608"/>
            <a:ext cx="332176" cy="332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Cold Storage Facilities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across large-scale cold storage environments.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5990" y="1497608"/>
            <a:ext cx="332176" cy="332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55990" y="1946573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Food Processing Industries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355990" y="2247503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during processing and packaging stages.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96480"/>
            <a:ext cx="332176" cy="332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Supermarkets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Retail cold chain monitoring for perishable goods.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5990" y="2796480"/>
            <a:ext cx="332176" cy="332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55990" y="3245445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Pharmaceutical Storage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3355990" y="3546376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Temperature-sensitive pharmaceutical and medical product storage.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95353"/>
            <a:ext cx="332176" cy="332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544318"/>
            <a:ext cx="257773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Refrigerated Transport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845248"/>
            <a:ext cx="2577738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In-transit monitoring for refrigerated transportation services.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264317" y="1184970"/>
            <a:ext cx="527225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264317" y="1485900"/>
            <a:ext cx="5272253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can be deployed throughout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storage and transportation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continuously monitor environmental conditions and support reliable cold chain management.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is designed to be: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61475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00675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🔒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Secure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800675" y="5820370"/>
            <a:ext cx="328227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data transmission and access control.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315511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454711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📈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Scalable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454711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Suitable for organizations of any size requiring controlled environmental conditions.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9547" y="5417542"/>
            <a:ext cx="3560673" cy="904180"/>
          </a:xfrm>
          <a:prstGeom prst="roundRect">
            <a:avLst>
              <a:gd name="adj" fmla="val 61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108747" y="5556746"/>
            <a:ext cx="32822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Continuous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108747" y="5820370"/>
            <a:ext cx="328227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Always-on monitoring without gaps or manual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5334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35622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IoT-Based Cold Storage and Food Transportation Temperature Monitoring System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an intelligent approach to environmental monitoring: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042468"/>
            <a:ext cx="252505" cy="252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80340" y="2034084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and humidity sensors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continuously collect environmental data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throughout storage and transportation.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2855664"/>
            <a:ext cx="252505" cy="2525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80340" y="2847280"/>
            <a:ext cx="574988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centralized real-time monitoring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interactive dashboards with live readings, historical trends, alert history, and equipment status.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3919289"/>
            <a:ext cx="252505" cy="2525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80340" y="3910905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alerts notify responsible personnel when temperature exceeds predefined safe limits, enabling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timely corrective actions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6462" y="4732486"/>
            <a:ext cx="252505" cy="2525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780340" y="4724102"/>
            <a:ext cx="574988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improves food safety, minimizes product spoilage, supports regulatory compliance,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enhances cold chain management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5485866" y="5574804"/>
            <a:ext cx="6044354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"Continuous IoT-based temperature monitoring and real-time alerts help maintain safe conditions, protect product quality, and strengthen cold chain management."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233360" y="5406132"/>
            <a:ext cx="19050" cy="846534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777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1</cp:revision>
  <dcterms:created xsi:type="dcterms:W3CDTF">2026-08-19T06:29:45Z</dcterms:created>
  <dcterms:modified xsi:type="dcterms:W3CDTF">2026-10-02T16:18:46Z</dcterms:modified>
</cp:coreProperties>
</file>